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15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91440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Calibri"/>
              </a:defRPr>
            </a:pPr>
            <a:r>
              <a:t>Sales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43200"/>
            <a:ext cx="27432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Full-Stack Web App with Admin Authentication &amp; Real-time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93192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40690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Presented by: [Your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4165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Roll No: [Your Roll 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76402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Department: [Your Department]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11149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Guide: Prof. [Guide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4589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Institution: [Your Institution]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1/21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21-Slide Comprehensive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8100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9751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9202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3810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128" y="19751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933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9202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920240"/>
            <a:ext cx="3810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19751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9933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51460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514600"/>
            <a:ext cx="38100" cy="47548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25694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DC8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587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51460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514600"/>
            <a:ext cx="38100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0128" y="25694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2587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51460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2514600"/>
            <a:ext cx="38100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25694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3F5E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587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10896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108960"/>
            <a:ext cx="38100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3163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1821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Data Flow Diagrams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310896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0" y="3108960"/>
            <a:ext cx="3810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10128" y="3163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1821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10896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0" y="3108960"/>
            <a:ext cx="38100" cy="47548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31638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DC84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1821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CRUD Operations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370332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4320" y="3703320"/>
            <a:ext cx="38100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37581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764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370332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0" y="3703320"/>
            <a:ext cx="3810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10128" y="37581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3320" y="37764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Auto-Calculation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370332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26480" y="3703320"/>
            <a:ext cx="38100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37581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37764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Invoice Management 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429768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74320" y="4297680"/>
            <a:ext cx="3810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4048" y="43525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43708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Stock Management 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0" y="429768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0" y="4297680"/>
            <a:ext cx="38100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10128" y="43525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03320" y="43708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Reports &amp; Analytics ★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429768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26480" y="4297680"/>
            <a:ext cx="38100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36208" y="43525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3F5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29400" y="43708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Program Flow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48920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74320" y="4892040"/>
            <a:ext cx="3810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4048" y="4946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16-19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4965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0" y="48920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0" y="4892040"/>
            <a:ext cx="38100" cy="47548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310128" y="4946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DC84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03320" y="4965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26480" y="48920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0" y="4892040"/>
            <a:ext cx="3810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6208" y="4946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29400" y="4965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FAFC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What is SalesDB?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SalesDB is a full-stack web app for managing sales, customers &amp; products with real-time analytics, admin authentication, invoicing, and stock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4320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2743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📊  Real-time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KPI cards + 3 interactive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74320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743200"/>
            <a:ext cx="2743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🔐  Admin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Session-based login with 30min expiry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4320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274320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📄  Invoice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91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Professional PDF invoices with GST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66344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27432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800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📦  Stock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Auto-tracking with low stock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66344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0" y="466344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4800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📈  Advanced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Filterable reports with CSV export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66344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4663440"/>
            <a:ext cx="27432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4800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DC84"/>
                </a:solidFill>
                <a:latin typeface="Calibri"/>
              </a:defRPr>
            </a:pPr>
            <a:r>
              <a:t>💰  Auto-Calculation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Amount = Unit Price × Quantity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Why SalesDB is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50800" cy="1188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📋  Scattered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Sales spread across spreadsheets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92024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59" y="1920240"/>
            <a:ext cx="50800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39" y="2011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📉  No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2377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Cannot quickly assess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38328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50800" cy="1188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🧮  Manual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Computing totals is error-prone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338328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09159" y="3383280"/>
            <a:ext cx="508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39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📊  Poor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39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Raw numbers lack insights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84632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846320"/>
            <a:ext cx="50800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🔓  No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Anyone can modify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59" y="4846320"/>
            <a:ext cx="42062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09159" y="4846320"/>
            <a:ext cx="5080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39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📦  No Stock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39" y="5303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Inventory not monitored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10 Goals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Design &amp; develop a full-stack web app for sales data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12848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Implement CRUD operations for Customers, Products &amp;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88336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7797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97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Create interactive dashboard with KPIs &amp; Chart.js visualizations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63824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2552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552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Design star schema database with dimension &amp; fact 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639312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307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Develop RESTful API using Python Flask as middleware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14800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Implement admin authentication with session-based login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590288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681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Build professional invoice generation with PDF 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065776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5721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Create real-time stock tracking with low stock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541264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632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327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Develop advanced reports with date/category/region filters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6016752"/>
            <a:ext cx="77724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108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1081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Build responsive dark-themed UI with modern UX patterns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Tools &amp;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34475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6/21</a:t>
            </a:r>
          </a:p>
        </p:txBody>
      </p:sp>
      <p:pic>
        <p:nvPicPr>
          <p:cNvPr id="8" name="Picture 7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8050092" cy="4434841"/>
          </a:xfrm>
          <a:prstGeom prst="rect">
            <a:avLst/>
          </a:prstGeom>
        </p:spPr>
      </p:pic>
    </p:spTree>
  </p:cSld>
  <p:clrMapOvr>
    <a:masterClrMapping/>
  </p:clrMapOvr>
  <p:transition spd="slow" advClick="0" advTm="2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Three-Tier + Authentication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7/21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8142093" cy="4855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2000">
        <p:dissolve/>
      </p:transition>
    </mc:Choice>
    <mc:Fallback>
      <p:transition spd="slow" advClick="0" advTm="2000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Star Schema — ER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44581" y="642225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8/21</a:t>
            </a:r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" y="1648244"/>
            <a:ext cx="8229600" cy="47740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2000">
        <p:push dir="u"/>
      </p:transition>
    </mc:Choice>
    <mc:Fallback>
      <p:transition spd="slow" advClick="0" advTm="2000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Data Flow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Level 0 &amp; Level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DFD Level 0</a:t>
            </a:r>
          </a:p>
        </p:txBody>
      </p:sp>
      <p:pic>
        <p:nvPicPr>
          <p:cNvPr id="9" name="Picture 8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94560"/>
            <a:ext cx="4389120" cy="21736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DFD Level 1</a:t>
            </a:r>
          </a:p>
        </p:txBody>
      </p:sp>
      <p:pic>
        <p:nvPicPr>
          <p:cNvPr id="11" name="Picture 10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4560"/>
            <a:ext cx="4389120" cy="29151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Authentication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Session-Based Admin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8178" y="646981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10/21</a:t>
            </a:r>
          </a:p>
        </p:txBody>
      </p:sp>
      <p:pic>
        <p:nvPicPr>
          <p:cNvPr id="8" name="Picture 7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30563"/>
            <a:ext cx="5107858" cy="33804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82178" y="89154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82178" y="1061884"/>
            <a:ext cx="35661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65058" y="11533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5058" y="16105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0818" y="16105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Dashboard = 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5058" y="20860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0818" y="20860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CRUD = PROTECTED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5058" y="25615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0818" y="25615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Session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5058" y="30369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818" y="30369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30-min Expiry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5058" y="35124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0818" y="35124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@login_required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5058" y="39879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401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0818" y="39879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Auto-redirect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5058" y="44634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0818" y="44634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Admin Badge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5058" y="49389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0818" y="49389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Login Button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KPI Cards &amp;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11/21</a:t>
            </a:r>
          </a:p>
        </p:txBody>
      </p:sp>
      <p:pic>
        <p:nvPicPr>
          <p:cNvPr id="8" name="Picture 7" descr="kpi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8778240" cy="1549825"/>
          </a:xfrm>
          <a:prstGeom prst="rect">
            <a:avLst/>
          </a:prstGeom>
        </p:spPr>
      </p:pic>
      <p:pic>
        <p:nvPicPr>
          <p:cNvPr id="9" name="Picture 8" descr="dashboard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474720"/>
            <a:ext cx="8778240" cy="2706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Invoice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201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Professional Invoice Builder &amp;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nvoi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785621"/>
            <a:ext cx="5303520" cy="38506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0" y="6274317"/>
            <a:ext cx="1097280" cy="250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12/21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264427"/>
            <a:ext cx="3291840" cy="40932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1264427"/>
            <a:ext cx="3291840" cy="34791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1347925"/>
            <a:ext cx="2926080" cy="250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Calibri"/>
              </a:defRPr>
            </a:pPr>
            <a:r>
              <a:t>INVOICE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65416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65416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Custom Line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99607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99607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Auto-fill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633797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633797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Auto GST 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67988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067988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Live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502178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502178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Save to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936369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936369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PDF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370559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370559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804750"/>
            <a:ext cx="27432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804750"/>
            <a:ext cx="2468880" cy="29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AFC"/>
                </a:solidFill>
                <a:latin typeface="Calibri"/>
              </a:defRPr>
            </a:pPr>
            <a:r>
              <a:t>Auto Invoice #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9089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rPr dirty="0"/>
              <a:t>Stock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2081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Real-time Inventory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018" y="576072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29949" y="6519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13/21</a:t>
            </a:r>
          </a:p>
        </p:txBody>
      </p:sp>
      <p:pic>
        <p:nvPicPr>
          <p:cNvPr id="8" name="Picture 7" descr="stock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083"/>
            <a:ext cx="8771357" cy="41719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" y="53035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5376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📦  Auto-Deduct on Sale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3035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5376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➕  Restock Functionality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30352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5376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Calibri"/>
              </a:defRPr>
            </a:pPr>
            <a:r>
              <a:t>⚠️  Low Stock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94360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016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3F5E"/>
                </a:solidFill>
                <a:latin typeface="Calibri"/>
              </a:defRPr>
            </a:pPr>
            <a:r>
              <a:t>❌  Out of Stock 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594360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6016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Calibri"/>
              </a:defRPr>
            </a:pPr>
            <a:r>
              <a:t>📊  Stock History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94360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6016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Calibri"/>
              </a:defRPr>
            </a:pPr>
            <a:r>
              <a:t>📈  Stock Charts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Reports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Advanced Filtering &amp;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11961" y="652010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14/21</a:t>
            </a:r>
          </a:p>
        </p:txBody>
      </p:sp>
      <p:pic>
        <p:nvPicPr>
          <p:cNvPr id="8" name="Picture 7" descr="reports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65202"/>
            <a:ext cx="8595360" cy="46549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CRUD &amp;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Operations +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3135" y="65127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dirty="0"/>
              <a:t>15/21</a:t>
            </a:r>
          </a:p>
        </p:txBody>
      </p:sp>
      <p:pic>
        <p:nvPicPr>
          <p:cNvPr id="8" name="Picture 7" descr="cru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4" y="1903149"/>
            <a:ext cx="5572926" cy="3452785"/>
          </a:xfrm>
          <a:prstGeom prst="rect">
            <a:avLst/>
          </a:prstGeom>
        </p:spPr>
      </p:pic>
      <p:pic>
        <p:nvPicPr>
          <p:cNvPr id="9" name="Picture 8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220" y="342900"/>
            <a:ext cx="3232846" cy="59434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Screenshots — Dashboard &amp;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Public + Admin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16/21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Dashboard (Public)</a:t>
            </a:r>
          </a:p>
        </p:txBody>
      </p:sp>
      <p:pic>
        <p:nvPicPr>
          <p:cNvPr id="9" name="Picture 8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48840"/>
            <a:ext cx="4389120" cy="254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Login Overlay</a:t>
            </a:r>
          </a:p>
        </p:txBody>
      </p:sp>
      <p:pic>
        <p:nvPicPr>
          <p:cNvPr id="11" name="Picture 10" descr="screenshot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4389120" cy="30608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Screenshots — Sales &amp;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Admin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17/21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Sales Management</a:t>
            </a:r>
          </a:p>
        </p:txBody>
      </p:sp>
      <p:pic>
        <p:nvPicPr>
          <p:cNvPr id="9" name="Picture 8" descr="screensho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48840"/>
            <a:ext cx="4389120" cy="254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DC84"/>
                </a:solidFill>
                <a:latin typeface="Calibri"/>
              </a:defRPr>
            </a:pPr>
            <a:r>
              <a:t>Customer Management</a:t>
            </a:r>
          </a:p>
        </p:txBody>
      </p:sp>
      <p:pic>
        <p:nvPicPr>
          <p:cNvPr id="11" name="Picture 10" descr="screenshot_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4389120" cy="2546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Screenshots — Products &amp; 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Inventory &amp;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18/21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Product Management</a:t>
            </a:r>
          </a:p>
        </p:txBody>
      </p:sp>
      <p:pic>
        <p:nvPicPr>
          <p:cNvPr id="9" name="Picture 8" descr="screenshot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48840"/>
            <a:ext cx="4389120" cy="254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Invoice Builder ★NEW</a:t>
            </a:r>
          </a:p>
        </p:txBody>
      </p:sp>
      <p:pic>
        <p:nvPicPr>
          <p:cNvPr id="11" name="Picture 10" descr="screenshot_invo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4389120" cy="2546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Screenshots — Stocks &amp;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Inventory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19/21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Stock Management ★NEW</a:t>
            </a:r>
          </a:p>
        </p:txBody>
      </p:sp>
      <p:pic>
        <p:nvPicPr>
          <p:cNvPr id="9" name="Picture 8" descr="screenshot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48840"/>
            <a:ext cx="4389120" cy="254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Reports &amp; Analytics ★NEW</a:t>
            </a:r>
          </a:p>
        </p:txBody>
      </p:sp>
      <p:pic>
        <p:nvPicPr>
          <p:cNvPr id="11" name="Picture 10" descr="screenshot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4389120" cy="2546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Why SalesDB Stands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20/21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50800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⚡  Real-time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92024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59" y="1920240"/>
            <a:ext cx="5080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39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🔐  Admin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74320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50800" cy="65836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84"/>
                </a:solidFill>
                <a:latin typeface="Calibri"/>
              </a:defRPr>
            </a:pPr>
            <a:r>
              <a:t>💰  Auto-Calculation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74320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59" y="2743200"/>
            <a:ext cx="50800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39" y="2880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📄  Invoice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6616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566160"/>
            <a:ext cx="5080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📦  Stock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56616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59" y="3566160"/>
            <a:ext cx="5080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39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📊  Advanced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8912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389120"/>
            <a:ext cx="50800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526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Calibri"/>
              </a:defRPr>
            </a:pPr>
            <a:r>
              <a:t>🎨  Modern UI/UX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59" y="438912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4389120"/>
            <a:ext cx="50800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39" y="4526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🆓  100% Open 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21208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212080"/>
            <a:ext cx="50800" cy="6583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349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Calibri"/>
              </a:defRPr>
            </a:pPr>
            <a:r>
              <a:t>🔗  RESTful API (20+)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9159" y="5212080"/>
            <a:ext cx="420624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59" y="5212080"/>
            <a:ext cx="50800" cy="65836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39" y="5349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DC84"/>
                </a:solidFill>
                <a:latin typeface="Calibri"/>
              </a:defRPr>
            </a:pPr>
            <a:r>
              <a:t>📱  Mobile Responsive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SalesDB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Conclusion &amp; 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3716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859536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859536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DC84"/>
                </a:solidFill>
                <a:latin typeface="Calibri"/>
              </a:defRPr>
            </a:pPr>
            <a:r>
              <a:t>✅  COMPLETE SALES MANAGEMENT SYSTEM — 100% 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Full-stack with CRUD, invoicing, stock tracking, analytics, and admin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834640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C489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9967" y="2834640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21407" y="2852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7" y="3291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2834640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77055" y="2852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3291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DB</a:t>
            </a:r>
            <a:br/>
            <a:r>
              <a:t>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1264" y="2834640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32704" y="2852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DC84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3291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2834640"/>
            <a:ext cx="1600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8352" y="2852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32918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C4899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rPr lang="en-US" dirty="0"/>
              <a:t>Any </a:t>
            </a:r>
            <a:r>
              <a:rPr dirty="0"/>
              <a:t>Questions 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3200400" y="5029200"/>
            <a:ext cx="274320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86000" y="52120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0" y="5349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🌐  Demo: http://localhost:5000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715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🔐  Login: admin / admin123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608075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💻  Tech: Flask + PostgreSQL + Chart.js + ReportLab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21/21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706</Words>
  <Application>Microsoft Office PowerPoint</Application>
  <PresentationFormat>On-screen Show (4:3)</PresentationFormat>
  <Paragraphs>246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 SAHOO</cp:lastModifiedBy>
  <cp:revision>3</cp:revision>
  <dcterms:created xsi:type="dcterms:W3CDTF">2013-01-27T09:14:16Z</dcterms:created>
  <dcterms:modified xsi:type="dcterms:W3CDTF">2026-03-26T07:10:45Z</dcterms:modified>
  <cp:category/>
</cp:coreProperties>
</file>