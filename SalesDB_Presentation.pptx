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470" autoAdjust="0"/>
  </p:normalViewPr>
  <p:slideViewPr>
    <p:cSldViewPr snapToGrid="0" snapToObjects="1">
      <p:cViewPr varScale="1">
        <p:scale>
          <a:sx n="75" d="100"/>
          <a:sy n="75" d="100"/>
        </p:scale>
        <p:origin x="166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91440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82F6"/>
                </a:solidFill>
                <a:latin typeface="Calibri"/>
              </a:defRPr>
            </a:pPr>
            <a:r>
              <a:t>Sales Analytics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7432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Full-Stack Web App with Admin Authentication &amp; Real-time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931920"/>
            <a:ext cx="457200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4069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Presented by: [Your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41655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Roll No: [Your Roll Number]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76402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Department: [Your Department]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11496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Guide: Prof. [Guide 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54589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Institution: [Your Institution]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1/18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18-Slide Presentation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2/18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9202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38100" cy="5303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9202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1920240"/>
            <a:ext cx="3810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10128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0116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9202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920240"/>
            <a:ext cx="38100" cy="5303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855F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0116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26060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2606040"/>
            <a:ext cx="381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26791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DDC84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6060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606040"/>
            <a:ext cx="38100" cy="5303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10128" y="26791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26060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6480" y="2606040"/>
            <a:ext cx="38100" cy="5303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36208" y="26791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3F5E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Database &amp; ER Diagram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32918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8100" cy="5303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4048" y="33649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33832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Data Flow Diagrams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0" y="32918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200400" y="3291840"/>
            <a:ext cx="3810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10128" y="33649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3832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Dashboard Features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32918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26480" y="3291840"/>
            <a:ext cx="381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DDC84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33832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CRUD Operations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3977639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74320" y="3977639"/>
            <a:ext cx="38100" cy="5303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84048" y="4050791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40690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Authentication &amp; Security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0" y="3977639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200400" y="3977639"/>
            <a:ext cx="38100" cy="5303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10128" y="4050791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855F7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40" y="40690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Auto-Calculation &amp; Sequence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3977639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126480" y="3977639"/>
            <a:ext cx="38100" cy="5303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36208" y="4050791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3F5E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40690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Program Execution Flow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46634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74320" y="4663440"/>
            <a:ext cx="38100" cy="5303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84048" y="47365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13-16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Screenshots (Dashboard, Login, Sales, etc.)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00400" y="46634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3200400" y="4663440"/>
            <a:ext cx="381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10128" y="47365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DDC84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490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Advantages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26480" y="4663440"/>
            <a:ext cx="2743200" cy="530352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126480" y="4663440"/>
            <a:ext cx="3810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7365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7512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AFC"/>
                </a:solidFill>
                <a:latin typeface="Calibri"/>
              </a:defRPr>
            </a:pPr>
            <a:r>
              <a:t>Conclusion &amp; Thank You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What is SalesDB?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3/18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SalesDB is a full-stack web app for managing sales, customers &amp; products with real-time analytics, admin authentication, and auto-calculation features.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74320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2743200"/>
            <a:ext cx="274320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2880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📊  Real-time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2918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KPI cards + 3 interactive charts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274320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0" y="2743200"/>
            <a:ext cx="27432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2880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🔐  Admin 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2918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Session-based login with 30min expiry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274320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26480" y="2743200"/>
            <a:ext cx="27432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2880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alibri"/>
              </a:defRPr>
            </a:pPr>
            <a:r>
              <a:t>👥  Customer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918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7 fields with Gold/Regular membership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66344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4663440"/>
            <a:ext cx="274320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4800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Calibri"/>
              </a:defRPr>
            </a:pPr>
            <a:r>
              <a:t>📦  Product Catalog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2120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Name, category &amp; unit price tracking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466344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0" y="4663440"/>
            <a:ext cx="27432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37560" y="4800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DDC84"/>
                </a:solidFill>
                <a:latin typeface="Calibri"/>
              </a:defRPr>
            </a:pPr>
            <a:r>
              <a:t>💰  Auto-Calculation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52120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Amount = Unit Price × Quantity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66344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26480" y="4663440"/>
            <a:ext cx="27432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4800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3F5E"/>
                </a:solidFill>
                <a:latin typeface="Calibri"/>
              </a:defRPr>
            </a:pPr>
            <a:r>
              <a:t>🔗  REST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2120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17 endpoints — Flask + PostgreSQL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Why SalesDB is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4/18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920240"/>
            <a:ext cx="42062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50800" cy="1188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3F5E"/>
                </a:solidFill>
                <a:latin typeface="Calibri"/>
              </a:defRPr>
            </a:pPr>
            <a:r>
              <a:t>📋  Scattered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Sales spread across spreadsheets &amp; notebooks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1920240"/>
            <a:ext cx="42062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09159" y="1920240"/>
            <a:ext cx="50800" cy="1188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92039" y="20116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📉  No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39" y="23774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Cannot quickly assess revenue or KPIs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383280"/>
            <a:ext cx="42062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" y="3383280"/>
            <a:ext cx="50800" cy="1188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474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Calibri"/>
              </a:defRPr>
            </a:pPr>
            <a:r>
              <a:t>🧮  Manual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8404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Computing totals is tedious and error-prone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59" y="3383280"/>
            <a:ext cx="42062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09159" y="3383280"/>
            <a:ext cx="50800" cy="1188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39" y="3474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alibri"/>
              </a:defRPr>
            </a:pPr>
            <a:r>
              <a:t>📊  Poor 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39" y="38404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Raw numbers lack intuitive insights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846320"/>
            <a:ext cx="42062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4320" y="4846320"/>
            <a:ext cx="50800" cy="1188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4937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🔓  No Access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03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Anyone can modify or delete critical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59" y="4846320"/>
            <a:ext cx="42062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09159" y="4846320"/>
            <a:ext cx="50800" cy="118872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39" y="4937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DDC84"/>
                </a:solidFill>
                <a:latin typeface="Calibri"/>
              </a:defRPr>
            </a:pPr>
            <a:r>
              <a:t>🔍  No Audit Trail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39" y="5303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Can't track who changed what and when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9 Goals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5/18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Design &amp; develop a full-stack web app for sales data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31136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3500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5000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Implement CRUD operations for Customers, Products &amp;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52344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871215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71215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Create interactive dashboard with KPIs &amp; Chart.js visualizations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273551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3924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92424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Design star schema database with dimension &amp; fact tables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794760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91363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913631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Develop RESTful API using Python Flask as middleware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315967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44348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4348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Implement admin authentication with session-based login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837176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49560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5604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Auto-calculate sale amount (Unit Price × Quantity)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358384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5477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77256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Build responsive dark-themed UI with modern patterns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5879592"/>
            <a:ext cx="7772400" cy="63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5998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98464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AFC"/>
                </a:solidFill>
                <a:latin typeface="Calibri"/>
              </a:defRPr>
            </a:pPr>
            <a:r>
              <a:t>Ensure data integrity via foreign keys &amp; login protection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Tools &amp; Technologies (including Auth)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6/18</a:t>
            </a:r>
          </a:p>
        </p:txBody>
      </p:sp>
      <p:pic>
        <p:nvPicPr>
          <p:cNvPr id="8" name="Picture 7" descr="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8229600" cy="45337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Three-Tier + Authentication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53680" y="6283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/>
              <a:t>7/18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1"/>
            <a:ext cx="8229600" cy="49072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Star Schema — Entity Relationship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62" y="1717040"/>
            <a:ext cx="8711738" cy="50537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0" y="6236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/>
              <a:t>8/18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Data Flow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Level 0 (Context) &amp; Level 1 (with Auth)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9/18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DFD Level 0</a:t>
            </a:r>
          </a:p>
        </p:txBody>
      </p:sp>
      <p:pic>
        <p:nvPicPr>
          <p:cNvPr id="9" name="Picture 8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94560"/>
            <a:ext cx="4389120" cy="21736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DFD Level 1 (with Auth process)</a:t>
            </a:r>
          </a:p>
        </p:txBody>
      </p:sp>
      <p:pic>
        <p:nvPicPr>
          <p:cNvPr id="11" name="Picture 10" descr="dfd_leve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94560"/>
            <a:ext cx="4389120" cy="29151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Authentication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Session-Based Admin Login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Calibri"/>
              </a:defRPr>
            </a:pPr>
            <a:r>
              <a:t>Authentication Flow</a:t>
            </a:r>
          </a:p>
        </p:txBody>
      </p:sp>
      <p:pic>
        <p:nvPicPr>
          <p:cNvPr id="9" name="Picture 8" descr="au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2194560"/>
            <a:ext cx="5029200" cy="274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593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10/18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727200"/>
            <a:ext cx="3566160" cy="4572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12080" y="1590040"/>
            <a:ext cx="356616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94960" y="1681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rPr dirty="0"/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0472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47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Dashboard = PUBLIC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2484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Anyone can view KPIs &amp;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550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55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CRUD = PROTECTED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5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Sales, Customers, Products need login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053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0530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Session Login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2542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Username + password → Flask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560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⏱️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55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30-min Expiry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75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Auto-logout after inactivity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40589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0589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@login_required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2600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Python decorator protects POST/PUT/DELETE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561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56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Auto-redirect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476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Expired session → login overlay shown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0647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50647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Admin Badge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2659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Green ✓ Admin badge when logged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55676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0" y="556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8FAFC"/>
                </a:solidFill>
                <a:latin typeface="Calibri"/>
              </a:defRPr>
            </a:pPr>
            <a:r>
              <a:t>Login Button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576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Yellow button in topbar → opens overlay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Dashboard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KPI Cards &amp; Interactive Charts (Public)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11/18</a:t>
            </a:r>
          </a:p>
        </p:txBody>
      </p:sp>
      <p:pic>
        <p:nvPicPr>
          <p:cNvPr id="8" name="Picture 7" descr="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0"/>
            <a:ext cx="8778240" cy="1549825"/>
          </a:xfrm>
          <a:prstGeom prst="rect">
            <a:avLst/>
          </a:prstGeom>
        </p:spPr>
      </p:pic>
      <p:pic>
        <p:nvPicPr>
          <p:cNvPr id="9" name="Picture 8" descr="dashboard_ch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3474720"/>
            <a:ext cx="8778240" cy="27062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CRUD &amp; Auto-Calculation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Protected Operations + Smart Pricing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12/18</a:t>
            </a:r>
          </a:p>
        </p:txBody>
      </p:sp>
      <p:pic>
        <p:nvPicPr>
          <p:cNvPr id="8" name="Picture 7" descr="crud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4572000" cy="27262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0" y="1920240"/>
            <a:ext cx="3931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9659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C4899"/>
                </a:solidFill>
                <a:latin typeface="Calibri"/>
              </a:defRPr>
            </a:pPr>
            <a:r>
              <a:t>AUTO-CALCULATION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286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  <a:latin typeface="Calibri"/>
              </a:defRPr>
            </a:pPr>
            <a:r>
              <a:t>Amount = Price × Qty</a:t>
            </a:r>
          </a:p>
        </p:txBody>
      </p:sp>
      <p:pic>
        <p:nvPicPr>
          <p:cNvPr id="12" name="Picture 11" descr="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17520"/>
            <a:ext cx="4114800" cy="29838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Program Execution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Full Lifecycle with Auth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13/18</a:t>
            </a:r>
          </a:p>
        </p:txBody>
      </p:sp>
      <p:pic>
        <p:nvPicPr>
          <p:cNvPr id="8" name="Picture 7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39" y="1717040"/>
            <a:ext cx="3467217" cy="513736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656558" y="1911096"/>
            <a:ext cx="411480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21031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EXECUTION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DDC84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68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Flask starts on port 5000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529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8529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Browser loads dashboard (public)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3697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C489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23697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KPIs &amp; charts render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62102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6210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User clicks protected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0050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0050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Login overlay appears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389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43F5E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389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Credentials validated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77316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DDC84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773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Session created (30 min)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15721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51572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/>
              <a:t>CRUD pages unlocked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554126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A855F7"/>
                </a:solidFill>
                <a:latin typeface="Calibri"/>
              </a:defRPr>
            </a:pPr>
            <a:r>
              <a:t>9.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5412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API calls include session cookie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92531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43F5E"/>
                </a:solidFill>
                <a:latin typeface="Calibri"/>
              </a:defRPr>
            </a:pPr>
            <a:r>
              <a:t>10.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5925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Session expiry → re-login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Screenshots — Dashboard &amp;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Public Dashboard + Admin Login Overlay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14/18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C4899"/>
                </a:solidFill>
                <a:latin typeface="Calibri"/>
              </a:defRPr>
            </a:pPr>
            <a:r>
              <a:t>Dashboard (Public — no login needed)</a:t>
            </a:r>
          </a:p>
        </p:txBody>
      </p:sp>
      <p:pic>
        <p:nvPicPr>
          <p:cNvPr id="9" name="Picture 8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48840"/>
            <a:ext cx="4389120" cy="2546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Calibri"/>
              </a:defRPr>
            </a:pPr>
            <a:r>
              <a:t>Login Overlay (for admin access)</a:t>
            </a:r>
          </a:p>
        </p:txBody>
      </p:sp>
      <p:pic>
        <p:nvPicPr>
          <p:cNvPr id="11" name="Picture 10" descr="screenshot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48840"/>
            <a:ext cx="4389120" cy="30608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Screenshots — Sales &amp;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Admin-Only Pages (after login)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15/18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Sales Management (Protected)</a:t>
            </a:r>
          </a:p>
        </p:txBody>
      </p:sp>
      <p:pic>
        <p:nvPicPr>
          <p:cNvPr id="9" name="Picture 8" descr="screenshot_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48840"/>
            <a:ext cx="4389120" cy="2546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C84"/>
                </a:solidFill>
                <a:latin typeface="Calibri"/>
              </a:defRPr>
            </a:pPr>
            <a:r>
              <a:t>Customer Management (Protected)</a:t>
            </a:r>
          </a:p>
        </p:txBody>
      </p:sp>
      <p:pic>
        <p:nvPicPr>
          <p:cNvPr id="11" name="Picture 10" descr="screenshot_custom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48840"/>
            <a:ext cx="4389120" cy="25461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Screenshots —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Admin-Only Product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16/18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855F7"/>
                </a:solidFill>
                <a:latin typeface="Calibri"/>
              </a:defRPr>
            </a:pPr>
            <a:r>
              <a:t>Product Management (Protected — requires admin login)</a:t>
            </a:r>
          </a:p>
        </p:txBody>
      </p:sp>
      <p:pic>
        <p:nvPicPr>
          <p:cNvPr id="9" name="Picture 8" descr="screenshot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7315200" cy="42435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Advantages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Why SalesDB Stands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17/18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920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5080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Calibri"/>
              </a:defRPr>
            </a:pPr>
            <a:r>
              <a:t>⚡  Real-time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Dashboard updates instantly — no refresh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1920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09159" y="1920240"/>
            <a:ext cx="50800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92039" y="1965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Calibri"/>
              </a:defRPr>
            </a:pPr>
            <a:r>
              <a:t>🔐  Admin 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39" y="2331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Session-based login protects all data mutations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063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5080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108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🔒  Data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Foreign keys + CASCADE + login = secure &amp; clean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59" y="3063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09159" y="3063240"/>
            <a:ext cx="50800" cy="9144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39" y="3108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DDC84"/>
                </a:solidFill>
                <a:latin typeface="Calibri"/>
              </a:defRPr>
            </a:pPr>
            <a:r>
              <a:t>💰  Auto-Calculation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39" y="3474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Eliminates manual errors in sale amounts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206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4320" y="4206240"/>
            <a:ext cx="50800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4251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855F7"/>
                </a:solidFill>
                <a:latin typeface="Calibri"/>
              </a:defRPr>
            </a:pPr>
            <a:r>
              <a:t>🎨  Modern UI/UX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Dark-blue theme with login overlay &amp; toast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59" y="4206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09159" y="4206240"/>
            <a:ext cx="5080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39" y="4251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3F5E"/>
                </a:solidFill>
                <a:latin typeface="Calibri"/>
              </a:defRPr>
            </a:pPr>
            <a:r>
              <a:t>🔌  RESTful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39" y="4617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17 endpoints with @login_required decorator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5349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4320" y="5349240"/>
            <a:ext cx="5080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5394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🆓  100% Open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760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All technologies are free — zero licensing costs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59" y="5349240"/>
            <a:ext cx="420624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09159" y="5349240"/>
            <a:ext cx="5080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92039" y="5394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Calibri"/>
              </a:defRPr>
            </a:pPr>
            <a:r>
              <a:t>📱  Responsive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92039" y="5760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Works on desktop, tablet &amp; mobile screens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AFC"/>
                </a:solidFill>
                <a:latin typeface="Calibri"/>
              </a:defRPr>
            </a:pPr>
            <a:r>
              <a:t>Conclusion &amp; 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1752" y="2144334"/>
            <a:ext cx="859536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01752" y="2144334"/>
            <a:ext cx="859536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2235774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C84"/>
                </a:solidFill>
                <a:latin typeface="Calibri"/>
              </a:defRPr>
            </a:pPr>
            <a:r>
              <a:t>✅  ALL 9 OBJECTIVES ACHIEVED — 100% TEST PASS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55581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Full-stack app with CRUD, dashboard, admin login, auto-calculation, and responsive 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827206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384549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C48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8440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9967" y="3827206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21407" y="384549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82F6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7" y="428440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API</a:t>
            </a:r>
            <a:br/>
            <a:r>
              <a:t>Endpoints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5615" y="3827206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77055" y="384549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A855F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428440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DB</a:t>
            </a:r>
            <a:br/>
            <a:r>
              <a:t>Tables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41264" y="3827206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32704" y="384549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DDC84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428440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Test</a:t>
            </a:r>
            <a:br/>
            <a:r>
              <a:t>Cases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6912" y="3827206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88352" y="384549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BBF24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428440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Pass</a:t>
            </a:r>
            <a:br/>
            <a:r>
              <a:t>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6337300"/>
            <a:ext cx="10972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/>
              <a:t>18/1</a:t>
            </a:r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C29540-DA45-C993-36F3-424806A1C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DAAC63-9785-B897-E939-60C44E41534C}"/>
              </a:ext>
            </a:extLst>
          </p:cNvPr>
          <p:cNvSpPr/>
          <p:nvPr/>
        </p:nvSpPr>
        <p:spPr>
          <a:xfrm>
            <a:off x="0" y="0"/>
            <a:ext cx="9144000" cy="6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19809-4F62-B91B-E3A3-A935F0200A74}"/>
              </a:ext>
            </a:extLst>
          </p:cNvPr>
          <p:cNvSpPr txBox="1"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Calibri"/>
              </a:defRPr>
            </a:pPr>
            <a:r>
              <a:t>SalesDB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AB2D5D-0983-CB17-DC68-627D33E5A2DB}"/>
              </a:ext>
            </a:extLst>
          </p:cNvPr>
          <p:cNvSpPr/>
          <p:nvPr/>
        </p:nvSpPr>
        <p:spPr>
          <a:xfrm>
            <a:off x="365760" y="580103"/>
            <a:ext cx="13716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8687D1-FEF2-4210-2C2E-6E0E4669E337}"/>
              </a:ext>
            </a:extLst>
          </p:cNvPr>
          <p:cNvSpPr txBox="1"/>
          <p:nvPr/>
        </p:nvSpPr>
        <p:spPr>
          <a:xfrm>
            <a:off x="589935" y="2156296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EC4899"/>
                </a:solidFill>
                <a:latin typeface="Calibri"/>
              </a:defRPr>
            </a:pPr>
            <a:r>
              <a:rPr dirty="0"/>
              <a:t>Thank You!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0772E2-6B28-5F4F-CE49-468C1046F897}"/>
              </a:ext>
            </a:extLst>
          </p:cNvPr>
          <p:cNvSpPr txBox="1"/>
          <p:nvPr/>
        </p:nvSpPr>
        <p:spPr>
          <a:xfrm>
            <a:off x="589935" y="31877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B82F6"/>
                </a:solidFill>
                <a:latin typeface="Calibri"/>
              </a:defRPr>
            </a:pPr>
            <a:r>
              <a:rPr lang="en-US" dirty="0"/>
              <a:t>Any </a:t>
            </a:r>
            <a:r>
              <a:rPr dirty="0"/>
              <a:t>Questions 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014B0E-D81D-B3CE-47CC-775EDA457716}"/>
              </a:ext>
            </a:extLst>
          </p:cNvPr>
          <p:cNvSpPr/>
          <p:nvPr/>
        </p:nvSpPr>
        <p:spPr>
          <a:xfrm>
            <a:off x="2846439" y="3644900"/>
            <a:ext cx="2743200" cy="25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02A28B35-6DF1-73A7-04FF-E3CBF308BFC2}"/>
              </a:ext>
            </a:extLst>
          </p:cNvPr>
          <p:cNvSpPr/>
          <p:nvPr/>
        </p:nvSpPr>
        <p:spPr>
          <a:xfrm>
            <a:off x="2037244" y="4222750"/>
            <a:ext cx="457200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0EBFCA-6947-F060-A136-76FC36477D15}"/>
              </a:ext>
            </a:extLst>
          </p:cNvPr>
          <p:cNvSpPr txBox="1"/>
          <p:nvPr/>
        </p:nvSpPr>
        <p:spPr>
          <a:xfrm>
            <a:off x="2311564" y="435991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 dirty="0"/>
              <a:t>🌐  Demo: http://localhost:5000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2572FE-BB36-C6A2-407A-3FA0BEC954ED}"/>
              </a:ext>
            </a:extLst>
          </p:cNvPr>
          <p:cNvSpPr txBox="1"/>
          <p:nvPr/>
        </p:nvSpPr>
        <p:spPr>
          <a:xfrm>
            <a:off x="2311564" y="472567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🔐  Login: admin / admin123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D3F5B1-DD26-B755-5E08-67697F633F7F}"/>
              </a:ext>
            </a:extLst>
          </p:cNvPr>
          <p:cNvSpPr txBox="1"/>
          <p:nvPr/>
        </p:nvSpPr>
        <p:spPr>
          <a:xfrm>
            <a:off x="2311564" y="5091429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💻  Stack: Flask + PostgreSQL + Chart.js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D64937-537C-D246-6841-42BABAF261C9}"/>
              </a:ext>
            </a:extLst>
          </p:cNvPr>
          <p:cNvSpPr txBox="1"/>
          <p:nvPr/>
        </p:nvSpPr>
        <p:spPr>
          <a:xfrm>
            <a:off x="7772400" y="6263640"/>
            <a:ext cx="10972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/>
              <a:t>1</a:t>
            </a:r>
            <a:r>
              <a:rPr lang="en-US" dirty="0"/>
              <a:t>9</a:t>
            </a:r>
            <a:r>
              <a:rPr dirty="0"/>
              <a:t>/1</a:t>
            </a:r>
            <a:r>
              <a:rPr lang="en-US" dirty="0"/>
              <a:t>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97190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1000">
        <p159:morph option="byObject"/>
      </p:transition>
    </mc:Choice>
    <mc:Fallback>
      <p:transition spd="slow" advClick="0" advTm="1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861</Words>
  <Application>Microsoft Office PowerPoint</Application>
  <PresentationFormat>On-screen Show (4:3)</PresentationFormat>
  <Paragraphs>240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ABHIJIT SAHOO</cp:lastModifiedBy>
  <cp:revision>3</cp:revision>
  <dcterms:created xsi:type="dcterms:W3CDTF">2013-01-27T09:14:16Z</dcterms:created>
  <dcterms:modified xsi:type="dcterms:W3CDTF">2026-03-25T17:34:15Z</dcterms:modified>
  <cp:category/>
</cp:coreProperties>
</file>